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id="256"/>
  </p:sldIdLst>
</p:presentation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Ciberseguridad y Mitigación de Vulnerabilidades</a:t>
            </a:r>
          </a:p>
        </p:txBody>
      </p:sp>
      <p:sp>
        <p:txBody>
          <a:p>
            <a:r>
              <a:t>Facultad de Ingeniería en Sistemas - UMG Campus Villa Nueva</a:t>
            </a:r>
          </a:p>
          <a:p>
            <a:r>
              <a:t>Expositores: María Fernanda Ruiz, Kevin Alexander Soto</a:t>
            </a:r>
          </a:p>
          <a:p>
            <a:r>
              <a:t>Seminario de Graduación 2026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Planteamiento del Problema</a:t>
            </a:r>
          </a:p>
        </p:txBody>
      </p:sp>
      <p:sp>
        <p:txBody>
          <a:p>
            <a:r>
              <a:t>Aumento de incidentes de seguridad y ransomware en redes corporativas</a:t>
            </a:r>
          </a:p>
          <a:p>
            <a:r>
              <a:t>Vulnerabilidades por configuraciones por defecto y puertos desprotegidos</a:t>
            </a:r>
          </a:p>
          <a:p>
            <a:r>
              <a:t>Necesidad de análisis proactivo y auditoría continua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Arquitectura de Seguridad Propuesta</a:t>
            </a:r>
          </a:p>
        </p:txBody>
      </p:sp>
      <p:sp>
        <p:txBody>
          <a:p>
            <a:r>
              <a:t>Segmentación de red Zero Trust con autenticación multifactor</a:t>
            </a:r>
          </a:p>
          <a:p>
            <a:r>
              <a:t>Escaneo automatizado de vulnerabilidades y hardening de servidores</a:t>
            </a:r>
          </a:p>
          <a:p>
            <a:r>
              <a:t>Monitoreo centralizado de logs y eventos de seguridad (SIEM)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Conclusiones y Resultados</a:t>
            </a:r>
          </a:p>
        </p:txBody>
      </p:sp>
      <p:sp>
        <p:txBody>
          <a:p>
            <a:r>
              <a:t>Reducción del 85% de la superficie de ataque comprobada en pruebas de penetración</a:t>
            </a:r>
          </a:p>
          <a:p>
            <a:r>
              <a:t>Cumplimiento con estándares ISO 27001 y políticas universitarias de ciberdefensa</a:t>
            </a:r>
          </a:p>
          <a:p>
            <a:r>
              <a:t>Recomendaciones para implementación gradual en campus</a:t>
            </a:r>
          </a:p>
        </p:txBody>
      </p:sp>
    </p:spTree>
  </p:cSld>
</p:sld>
</file>